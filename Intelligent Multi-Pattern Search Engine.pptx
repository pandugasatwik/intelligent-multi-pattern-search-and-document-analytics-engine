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85775"/>
            <a:ext cx="11029950" cy="5886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070895"/>
            <a:ext cx="10572750" cy="33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2453729"/>
            <a:ext cx="6605044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0F172A"/>
                </a:solidFill>
                <a:latin typeface="Segoe UI"/>
              </a:rPr>
              <a:t>Intelligent Multi-Pattern Search &amp;</a:t>
            </a:r>
            <a:r>
              <a:t>
</a:t>
            </a:r>
            <a:r>
              <a:rPr sz="3150" b="1" i="0" u="none">
                <a:solidFill>
                  <a:srgbClr val="0F172A"/>
                </a:solidFill>
                <a:latin typeface="Segoe UI"/>
              </a:rPr>
              <a:t> Document Analytics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66070"/>
            <a:ext cx="711532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Segoe UI"/>
              </a:rPr>
              <a:t>A high-performance search system built with advanced Data Structures &amp;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575571"/>
            <a:ext cx="1102995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1A365D"/>
                </a:solidFill>
                <a:latin typeface="Segoe UI"/>
              </a:rPr>
              <a:t>Project Overview &amp; Goals </a:t>
            </a:r>
            <a:r>
              <a:rPr sz="2400" b="0" i="0" u="none">
                <a:solidFill>
                  <a:srgbClr val="64748B"/>
                </a:solidFill>
                <a:latin typeface="Segoe UI SemiBold"/>
              </a:rPr>
              <a:t>Slide 2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95250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575" y="1256347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257300"/>
            <a:ext cx="107632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Problem Statement: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Traditional brute-force text search requires </a:t>
            </a:r>
            <a:r>
              <a:rPr sz="1350" b="0" i="1" u="none">
                <a:solidFill>
                  <a:srgbClr val="27272A"/>
                </a:solidFill>
                <a:latin typeface="Segoe UI"/>
              </a:rPr>
              <a:t>O(N × M)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time complexity, making real-time search across millions of large documents inefficient and slow.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976377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977330"/>
            <a:ext cx="107632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Project Objective: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Build a scalable search engine capable of processing millions of documents with sub-second response times using optimized string matching algorithms.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2696408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697360"/>
            <a:ext cx="10763250" cy="151626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Core Functional Capabilities: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747021"/>
            <a:ext cx="10534650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237" b="0" i="0" u="none">
                <a:solidFill>
                  <a:srgbClr val="1E3A8A"/>
                </a:solidFill>
                <a:latin typeface="Segoe UI SemiBold"/>
              </a:rPr>
              <a:t>Key Goal: Reduce document search time from quadratic scale down to linear O(N + M) execution time.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756546"/>
            <a:ext cx="161925" cy="1571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550" y="3046898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047851"/>
            <a:ext cx="10534650" cy="27429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27272A"/>
                </a:solidFill>
                <a:latin typeface="Segoe UI"/>
              </a:rPr>
              <a:t>Fast keyword lookup and multi-term phrase matching.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492638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3493591"/>
            <a:ext cx="10534650" cy="27429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27272A"/>
                </a:solidFill>
                <a:latin typeface="Segoe UI"/>
              </a:rPr>
              <a:t>Automated document analytics and term frequency computation.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3938379"/>
            <a:ext cx="1047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3939331"/>
            <a:ext cx="10534650" cy="27429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27272A"/>
                </a:solidFill>
                <a:latin typeface="Segoe UI"/>
              </a:rPr>
              <a:t>Pre-computed index structures for rapid text retrieval.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7300"/>
            <a:ext cx="5343525" cy="3219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57300"/>
            <a:ext cx="5343525" cy="3219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1A365D"/>
                </a:solidFill>
                <a:latin typeface="Segoe UI"/>
              </a:rPr>
              <a:t>Algorithms &amp; Tech Stack </a:t>
            </a:r>
            <a:r>
              <a:rPr sz="2400" b="0" i="0" u="none">
                <a:solidFill>
                  <a:srgbClr val="64748B"/>
                </a:solidFill>
                <a:latin typeface="Segoe UI SemiBold"/>
              </a:rPr>
              <a:t>Slide 3 of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95250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1495425"/>
            <a:ext cx="5110638" cy="2286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365D"/>
                </a:solidFill>
                <a:latin typeface="Segoe UI"/>
              </a:rPr>
              <a:t>Core Algorithms &amp; Data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150" y="1790700"/>
            <a:ext cx="4867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5575" y="1495425"/>
            <a:ext cx="5110638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365D"/>
                </a:solidFill>
                <a:latin typeface="Segoe UI"/>
              </a:rPr>
              <a:t>Languages &amp; Development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5575" y="1790700"/>
            <a:ext cx="4867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1504950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19526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1952625"/>
            <a:ext cx="4676775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KMP Algorithm: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Uses Longest Prefix Suffix (LPS) array to prevent redundant character comparisons.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5241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2524125"/>
            <a:ext cx="4676775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Z-Algorithm: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Performs linear-time pattern matching via constructed Z-arrays.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0956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3095625"/>
            <a:ext cx="4676775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Rabin-Karp Algorithm: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Utilizes rolling hash functions for multi-pattern matching.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36671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667125"/>
            <a:ext cx="4676775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Suffix Arrays &amp; LCP Arrays: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Pre-indexed sorted suffixes for fast log-time phrase lookups.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1504950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38925" y="19526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075" y="1952625"/>
            <a:ext cx="46767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Programming Languages: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Java /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22955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75" y="2295525"/>
            <a:ext cx="46767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Development Environments: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IntelliJ IDEA / 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925" y="26384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75" y="2638425"/>
            <a:ext cx="46767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Indexing Engine: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Apache Lucene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925" y="29813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6075" y="2981325"/>
            <a:ext cx="4676775" cy="2286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Database Storage: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SQLite / 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925" y="332422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Segoe U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6075" y="3324225"/>
            <a:ext cx="4676775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Segoe UI"/>
              </a:rPr>
              <a:t>Graphing &amp; Visualization:</a:t>
            </a:r>
            <a:r>
              <a:rPr sz="1200" b="0" i="0" u="none">
                <a:solidFill>
                  <a:srgbClr val="334155"/>
                </a:solidFill>
                <a:latin typeface="Segoe UI"/>
              </a:rPr>
              <a:t> Graphviz (for rendering dependency trees &amp; document analytics)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53631"/>
            <a:ext cx="11029950" cy="70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1A365D"/>
                </a:solidFill>
                <a:latin typeface="Segoe UI"/>
              </a:rPr>
              <a:t>Real-World Applications </a:t>
            </a:r>
            <a:r>
              <a:rPr sz="2400" b="0" i="0" u="none">
                <a:solidFill>
                  <a:srgbClr val="64748B"/>
                </a:solidFill>
                <a:latin typeface="Segoe UI SemiBold"/>
              </a:rPr>
              <a:t>Slide 4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952500"/>
            <a:ext cx="110299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575" y="1256347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257300"/>
            <a:ext cx="107632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Web Search Engines: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Form the core underlying algorithmic foundation for web crawling, indexing, and instantaneous keyword querying (e.g., Google Search).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976377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977330"/>
            <a:ext cx="107632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Digital Libraries &amp; Archives: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Powers full-text search across millions of research publications, digital books, and historical document archives.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2696408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697360"/>
            <a:ext cx="10763250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Enterprise Document Search: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Enables corporations to quickly retrieve internal records, technical documentation, and customer support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3416438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7272A"/>
                </a:solidFill>
                <a:latin typeface="Segoe U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417391"/>
            <a:ext cx="10763250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Segoe UI"/>
              </a:rPr>
              <a:t>E-Learning Platforms:</a:t>
            </a:r>
            <a:r>
              <a:rPr sz="1350" b="0" i="0" u="none">
                <a:solidFill>
                  <a:srgbClr val="27272A"/>
                </a:solidFill>
                <a:latin typeface="Segoe UI"/>
              </a:rPr>
              <a:t> Facilitates instant course content search, text indexing, and automated plagiarism/similarity analytics.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225081"/>
            <a:ext cx="10534650" cy="36195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237" b="0" i="0" u="none">
                <a:solidFill>
                  <a:srgbClr val="1E3A8A"/>
                </a:solidFill>
                <a:latin typeface="Segoe UI SemiBold"/>
              </a:rPr>
              <a:t>Conclusion: Combining pre-computed index arrays with efficient string matching algorithms provides an enterprise-ready search architecture.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34606"/>
            <a:ext cx="161925" cy="1571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371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Satwik Panduga</cp:lastModifiedBy>
  <cp:revision>1</cp:revision>
  <dcterms:created xsi:type="dcterms:W3CDTF">2013-01-27T09:14:16Z</dcterms:created>
  <dcterms:modified xsi:type="dcterms:W3CDTF">2026-10-06T09:56:55Z</dcterms:modified>
  <cp:category/>
</cp:coreProperties>
</file>