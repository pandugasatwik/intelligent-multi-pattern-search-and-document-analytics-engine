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bold r:id="rId13"/>
    </p:embeddedFont>
    <p:embeddedFont>
      <p:font typeface="Space Grotesk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671863"/>
            <a:ext cx="10668000" cy="752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671863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433661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DATA STRUCTURES &amp;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52761"/>
            <a:ext cx="910113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Intelligent Multi-Pattern Search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22302"/>
            <a:ext cx="67627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A high-performance document analytics system built with advanced string matching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986188"/>
            <a:ext cx="2643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PROJECT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224313"/>
            <a:ext cx="2643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Inter"/>
              </a:rPr>
              <a:t>Text Retrieval &amp;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3750" y="4986188"/>
            <a:ext cx="19169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3750" y="5224313"/>
            <a:ext cx="1916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Inter"/>
              </a:rPr>
              <a:t>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045148"/>
            <a:ext cx="7620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The Brute-Force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6625" y="2406848"/>
            <a:ext cx="6548437" cy="1333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1" i="0" u="none">
                <a:solidFill>
                  <a:srgbClr val="0F172A"/>
                </a:solidFill>
                <a:latin typeface="Space Grotesk"/>
              </a:rPr>
              <a:t>O(N × 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3825" y="4388048"/>
            <a:ext cx="54054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Inter"/>
              </a:rPr>
              <a:t>Quadratic time complexity fails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9437" y="4816673"/>
            <a:ext cx="59531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Traditional text search is completely unscalable for indexing millions of large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83073"/>
            <a:ext cx="3352800" cy="2314575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683073"/>
            <a:ext cx="3352800" cy="2314575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83073"/>
            <a:ext cx="3352800" cy="2314575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073598"/>
            <a:ext cx="33337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07359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073598"/>
            <a:ext cx="42862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683198"/>
            <a:ext cx="337542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Linear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092773"/>
            <a:ext cx="2667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Reduce execution time to O(N + 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683198"/>
            <a:ext cx="337542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Phrase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4092773"/>
            <a:ext cx="2667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Fast multi-term and exact sequence lookups.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725" y="3683198"/>
            <a:ext cx="337542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Document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092773"/>
            <a:ext cx="2667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Automated term frequency computation.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35435"/>
            <a:ext cx="51816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35435"/>
            <a:ext cx="51816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992760"/>
            <a:ext cx="51816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3992760"/>
            <a:ext cx="51816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84023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84023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29756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29756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62" y="2954535"/>
            <a:ext cx="1428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075" y="2954535"/>
            <a:ext cx="1714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441186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3212" y="4411860"/>
            <a:ext cx="2571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Algorithmic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2600" y="2840235"/>
            <a:ext cx="373796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KMP Algorithm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3183135"/>
            <a:ext cx="3559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LPS array skips redundant checks.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0" y="2840235"/>
            <a:ext cx="343792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Z-Algorithm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0" y="3183135"/>
            <a:ext cx="3274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Linear-time prefix length arrays.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4297560"/>
            <a:ext cx="3800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Rabin-Karp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2600" y="4640460"/>
            <a:ext cx="3619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Rolling hash multi-pattern matches.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0" y="4297560"/>
            <a:ext cx="338792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Suffix &amp; LCP Arrays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0" y="4640460"/>
            <a:ext cx="3226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Log-time sorted prefix lookups.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System Architecture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830835"/>
            <a:ext cx="85344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3087885"/>
            <a:ext cx="2095500" cy="1504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19500" y="3087885"/>
            <a:ext cx="2095500" cy="1504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77000" y="3087885"/>
            <a:ext cx="2095500" cy="1504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34500" y="3087885"/>
            <a:ext cx="2095500" cy="1504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087885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087885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3087885"/>
            <a:ext cx="7620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0" y="3087885"/>
            <a:ext cx="762000" cy="762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5450" y="3316485"/>
            <a:ext cx="2286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800" y="3316485"/>
            <a:ext cx="3429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1400" y="3316485"/>
            <a:ext cx="2667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29850" y="3316485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9675" y="4078485"/>
            <a:ext cx="12001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093" y="4402335"/>
            <a:ext cx="2119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Raw document parsing.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8391" y="4078485"/>
            <a:ext cx="173771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4484" y="4402335"/>
            <a:ext cx="2345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Tokenization and hashing.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9679" y="4078485"/>
            <a:ext cx="113014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Indexing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4593" y="4402335"/>
            <a:ext cx="2500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Array and suffix generation.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8375" y="4078485"/>
            <a:ext cx="1987748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Query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6140" y="4402335"/>
            <a:ext cx="25122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Sub-second pattern lookup.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38600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29150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885950"/>
            <a:ext cx="42605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Apache Lucene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28950"/>
            <a:ext cx="4057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Pre-computed index structures for rapid text retrieval.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3981450"/>
            <a:ext cx="3771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Inverted Indices: Fast multi-term phrase mapping.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4572000"/>
            <a:ext cx="3771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Fielded Searching: Title, author, and content metadata.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16410"/>
            <a:ext cx="2495550" cy="2247900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86150" y="2716410"/>
            <a:ext cx="2495550" cy="2247900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16410"/>
            <a:ext cx="2495550" cy="2247900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34450" y="2716410"/>
            <a:ext cx="2495550" cy="2247900"/>
          </a:xfrm>
          <a:prstGeom prst="roundRect">
            <a:avLst>
              <a:gd name="adj" fmla="val 5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106935"/>
            <a:ext cx="40005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3106935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712" y="3106935"/>
            <a:ext cx="466725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2187" y="3106935"/>
            <a:ext cx="600075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Development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9668" y="3868935"/>
            <a:ext cx="17002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Java &amp;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978" y="4192785"/>
            <a:ext cx="2083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Core engine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6307" y="3868935"/>
            <a:ext cx="18752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Apache Lucene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7112" y="4192785"/>
            <a:ext cx="23336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High-performance indexing.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956" y="3868935"/>
            <a:ext cx="190023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SQLite &amp; 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262" y="4192785"/>
            <a:ext cx="23336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Persistent document storage.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2153" y="3868935"/>
            <a:ext cx="114014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Graphviz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412" y="4192785"/>
            <a:ext cx="23336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Dependency visualizations.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000250"/>
            <a:ext cx="49006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Space Grotesk"/>
              </a:rPr>
              <a:t>Dynamic Pattern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295650"/>
            <a:ext cx="53340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Space Grotesk"/>
              </a:rPr>
              <a:t>Multi-Term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667125"/>
            <a:ext cx="5334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Rolling hashes map complex queries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229100"/>
            <a:ext cx="53340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Space Grotesk"/>
              </a:rPr>
              <a:t>Prefix Array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600575"/>
            <a:ext cx="53340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Handles exponential node growth without latency drag.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8643" y="3268860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89106" y="3268860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Performance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2771" y="3268860"/>
            <a:ext cx="2488406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Space Grotesk"/>
              </a:rPr>
              <a:t>600</a:t>
            </a:r>
            <a:r>
              <a:rPr sz="3000" b="1" i="0" u="none">
                <a:solidFill>
                  <a:srgbClr val="3B82F6"/>
                </a:solidFill>
                <a:latin typeface="Space Grotesk"/>
              </a:rPr>
              <a:t>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006" y="4183260"/>
            <a:ext cx="3309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Indexing throughput per 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1309" y="3268860"/>
            <a:ext cx="2964656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Space Grotesk"/>
              </a:rPr>
              <a:t>&lt;100</a:t>
            </a:r>
            <a:r>
              <a:rPr sz="3000" b="1" i="0" u="none">
                <a:solidFill>
                  <a:srgbClr val="3B82F6"/>
                </a:solidFill>
                <a:latin typeface="Space Grotesk"/>
              </a:rPr>
              <a:t>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3918" y="4183260"/>
            <a:ext cx="3119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Multi-pattern query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4678" y="3268860"/>
            <a:ext cx="203596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Space Grotesk"/>
              </a:rPr>
              <a:t>O(N)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2240" y="4183260"/>
            <a:ext cx="294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Linear worst-case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973585"/>
            <a:ext cx="2495550" cy="17335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86150" y="2973585"/>
            <a:ext cx="2495550" cy="17335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0300" y="2973585"/>
            <a:ext cx="2495550" cy="17335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34450" y="2973585"/>
            <a:ext cx="2495550" cy="17335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2973585"/>
            <a:ext cx="249555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86150" y="2973585"/>
            <a:ext cx="24955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2973585"/>
            <a:ext cx="24955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34450" y="2973585"/>
            <a:ext cx="24955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Application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316485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Web Search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716535"/>
            <a:ext cx="2133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Core foundation for crawling, indexing, and keyword querying.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4750" y="3316485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Digital Libraries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4750" y="3716535"/>
            <a:ext cx="2133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Full-text search across millions of research publications.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316485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Enterprise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716535"/>
            <a:ext cx="213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Instant retrieval of internal records and documentation.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3050" y="3316485"/>
            <a:ext cx="267533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E-Learning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3050" y="3716535"/>
            <a:ext cx="2133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Automated plagiarism detection and similarity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40309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392709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443" y="3154709"/>
            <a:ext cx="8901112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Enterprise-Ready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931890"/>
            <a:ext cx="7143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Combining pre-computed index arrays with optimal string matching algorithms for unlimited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300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Space Grotesk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Satwik Panduga</cp:lastModifiedBy>
  <cp:revision>2</cp:revision>
  <dcterms:created xsi:type="dcterms:W3CDTF">2013-01-27T09:14:16Z</dcterms:created>
  <dcterms:modified xsi:type="dcterms:W3CDTF">2026-10-13T03:15:55Z</dcterms:modified>
  <cp:category/>
</cp:coreProperties>
</file>